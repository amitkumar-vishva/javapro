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71" r:id="rId7"/>
    <p:sldId id="273" r:id="rId8"/>
    <p:sldId id="275" r:id="rId9"/>
    <p:sldId id="272" r:id="rId10"/>
    <p:sldId id="280" r:id="rId11"/>
    <p:sldId id="274" r:id="rId12"/>
    <p:sldId id="276" r:id="rId13"/>
    <p:sldId id="277" r:id="rId14"/>
    <p:sldId id="269" r:id="rId15"/>
    <p:sldId id="279" r:id="rId16"/>
  </p:sldIdLst>
  <p:sldSz cx="12192000" cy="6858000"/>
  <p:notesSz cx="6858000" cy="9144000"/>
  <p:embeddedFontLst>
    <p:embeddedFont>
      <p:font typeface="Algerian" panose="04020705040A02060702" pitchFamily="82" charset="0"/>
      <p:regular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Play" panose="020B0604020202020204" charset="0"/>
      <p:regular r:id="rId23"/>
      <p:bold r:id="rId24"/>
    </p:embeddedFont>
    <p:embeddedFont>
      <p:font typeface="Trebuchet MS" panose="020B0603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cUDrhJgoonO0tfy+ZXBIWOmzq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80788B-027B-4CCA-8ED9-9AABDFC186EB}" v="1" dt="2026-08-20T16:30:26.5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asana Vats" userId="74790c8fc8398be8" providerId="LiveId" clId="{5830735E-4391-4A99-983E-BF4A1E417257}"/>
    <pc:docChg chg="undo custSel modSld">
      <pc:chgData name="Upasana Vats" userId="74790c8fc8398be8" providerId="LiveId" clId="{5830735E-4391-4A99-983E-BF4A1E417257}" dt="2026-08-20T16:34:57.103" v="285" actId="14100"/>
      <pc:docMkLst>
        <pc:docMk/>
      </pc:docMkLst>
      <pc:sldChg chg="addSp delSp modSp mod">
        <pc:chgData name="Upasana Vats" userId="74790c8fc8398be8" providerId="LiveId" clId="{5830735E-4391-4A99-983E-BF4A1E417257}" dt="2026-08-19T10:22:13.476" v="212" actId="1076"/>
        <pc:sldMkLst>
          <pc:docMk/>
          <pc:sldMk cId="0" sldId="256"/>
        </pc:sldMkLst>
        <pc:spChg chg="add mod">
          <ac:chgData name="Upasana Vats" userId="74790c8fc8398be8" providerId="LiveId" clId="{5830735E-4391-4A99-983E-BF4A1E417257}" dt="2026-08-19T10:21:43.019" v="209" actId="1076"/>
          <ac:spMkLst>
            <pc:docMk/>
            <pc:sldMk cId="0" sldId="256"/>
            <ac:spMk id="2" creationId="{39DADEF0-A536-56DD-E79D-3592AF65B69C}"/>
          </ac:spMkLst>
        </pc:spChg>
        <pc:spChg chg="mod">
          <ac:chgData name="Upasana Vats" userId="74790c8fc8398be8" providerId="LiveId" clId="{5830735E-4391-4A99-983E-BF4A1E417257}" dt="2026-08-19T10:22:13.476" v="212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Upasana Vats" userId="74790c8fc8398be8" providerId="LiveId" clId="{5830735E-4391-4A99-983E-BF4A1E417257}" dt="2026-08-19T10:14:36.611" v="54" actId="478"/>
          <ac:spMkLst>
            <pc:docMk/>
            <pc:sldMk cId="0" sldId="256"/>
            <ac:spMk id="88" creationId="{00000000-0000-0000-0000-000000000000}"/>
          </ac:spMkLst>
        </pc:spChg>
        <pc:spChg chg="del mod">
          <ac:chgData name="Upasana Vats" userId="74790c8fc8398be8" providerId="LiveId" clId="{5830735E-4391-4A99-983E-BF4A1E417257}" dt="2026-08-19T10:14:17.849" v="50" actId="478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Upasana Vats" userId="74790c8fc8398be8" providerId="LiveId" clId="{5830735E-4391-4A99-983E-BF4A1E417257}" dt="2026-08-20T16:29:52.937" v="238" actId="1038"/>
        <pc:sldMkLst>
          <pc:docMk/>
          <pc:sldMk cId="0" sldId="259"/>
        </pc:sldMkLst>
        <pc:picChg chg="mod">
          <ac:chgData name="Upasana Vats" userId="74790c8fc8398be8" providerId="LiveId" clId="{5830735E-4391-4A99-983E-BF4A1E417257}" dt="2026-08-20T16:29:52.937" v="238" actId="1038"/>
          <ac:picMkLst>
            <pc:docMk/>
            <pc:sldMk cId="0" sldId="259"/>
            <ac:picMk id="140" creationId="{00000000-0000-0000-0000-000000000000}"/>
          </ac:picMkLst>
        </pc:picChg>
      </pc:sldChg>
      <pc:sldChg chg="addSp delSp modSp mod">
        <pc:chgData name="Upasana Vats" userId="74790c8fc8398be8" providerId="LiveId" clId="{5830735E-4391-4A99-983E-BF4A1E417257}" dt="2026-08-20T16:33:47.547" v="267" actId="1076"/>
        <pc:sldMkLst>
          <pc:docMk/>
          <pc:sldMk cId="2766165805" sldId="270"/>
        </pc:sldMkLst>
        <pc:spChg chg="mod">
          <ac:chgData name="Upasana Vats" userId="74790c8fc8398be8" providerId="LiveId" clId="{5830735E-4391-4A99-983E-BF4A1E417257}" dt="2026-08-20T16:25:43.574" v="229" actId="1076"/>
          <ac:spMkLst>
            <pc:docMk/>
            <pc:sldMk cId="2766165805" sldId="270"/>
            <ac:spMk id="2" creationId="{00000000-0000-0000-0000-000000000000}"/>
          </ac:spMkLst>
        </pc:spChg>
        <pc:spChg chg="del">
          <ac:chgData name="Upasana Vats" userId="74790c8fc8398be8" providerId="LiveId" clId="{5830735E-4391-4A99-983E-BF4A1E417257}" dt="2026-08-20T16:26:18.217" v="232" actId="478"/>
          <ac:spMkLst>
            <pc:docMk/>
            <pc:sldMk cId="2766165805" sldId="270"/>
            <ac:spMk id="3" creationId="{00000000-0000-0000-0000-000000000000}"/>
          </ac:spMkLst>
        </pc:spChg>
        <pc:graphicFrameChg chg="mod modGraphic">
          <ac:chgData name="Upasana Vats" userId="74790c8fc8398be8" providerId="LiveId" clId="{5830735E-4391-4A99-983E-BF4A1E417257}" dt="2026-08-20T16:26:41.862" v="236" actId="13926"/>
          <ac:graphicFrameMkLst>
            <pc:docMk/>
            <pc:sldMk cId="2766165805" sldId="270"/>
            <ac:graphicFrameMk id="5" creationId="{00000000-0000-0000-0000-000000000000}"/>
          </ac:graphicFrameMkLst>
        </pc:graphicFrameChg>
        <pc:picChg chg="add">
          <ac:chgData name="Upasana Vats" userId="74790c8fc8398be8" providerId="LiveId" clId="{5830735E-4391-4A99-983E-BF4A1E417257}" dt="2026-08-20T16:30:02.352" v="239" actId="22"/>
          <ac:picMkLst>
            <pc:docMk/>
            <pc:sldMk cId="2766165805" sldId="270"/>
            <ac:picMk id="7" creationId="{F6DBCBD8-E3D0-DC3B-893D-3E4957DE0946}"/>
          </ac:picMkLst>
        </pc:picChg>
        <pc:picChg chg="add mod">
          <ac:chgData name="Upasana Vats" userId="74790c8fc8398be8" providerId="LiveId" clId="{5830735E-4391-4A99-983E-BF4A1E417257}" dt="2026-08-20T16:33:47.547" v="267" actId="1076"/>
          <ac:picMkLst>
            <pc:docMk/>
            <pc:sldMk cId="2766165805" sldId="270"/>
            <ac:picMk id="9" creationId="{BD2A959A-193E-77E7-B6C7-3361C06E67E4}"/>
          </ac:picMkLst>
        </pc:picChg>
      </pc:sldChg>
      <pc:sldChg chg="addSp modSp mod">
        <pc:chgData name="Upasana Vats" userId="74790c8fc8398be8" providerId="LiveId" clId="{5830735E-4391-4A99-983E-BF4A1E417257}" dt="2026-08-20T16:33:57.696" v="270" actId="1076"/>
        <pc:sldMkLst>
          <pc:docMk/>
          <pc:sldMk cId="3927404036" sldId="271"/>
        </pc:sldMkLst>
        <pc:picChg chg="add">
          <ac:chgData name="Upasana Vats" userId="74790c8fc8398be8" providerId="LiveId" clId="{5830735E-4391-4A99-983E-BF4A1E417257}" dt="2026-08-20T16:30:07.202" v="240" actId="22"/>
          <ac:picMkLst>
            <pc:docMk/>
            <pc:sldMk cId="3927404036" sldId="271"/>
            <ac:picMk id="7" creationId="{693ECE36-7852-2F95-B16F-9ECF7FD6F728}"/>
          </ac:picMkLst>
        </pc:picChg>
        <pc:picChg chg="add mod">
          <ac:chgData name="Upasana Vats" userId="74790c8fc8398be8" providerId="LiveId" clId="{5830735E-4391-4A99-983E-BF4A1E417257}" dt="2026-08-20T16:33:57.696" v="270" actId="1076"/>
          <ac:picMkLst>
            <pc:docMk/>
            <pc:sldMk cId="3927404036" sldId="271"/>
            <ac:picMk id="9" creationId="{3B68ECF4-D87B-BF68-5B95-6450D8A9FCE2}"/>
          </ac:picMkLst>
        </pc:picChg>
      </pc:sldChg>
      <pc:sldChg chg="addSp modSp mod">
        <pc:chgData name="Upasana Vats" userId="74790c8fc8398be8" providerId="LiveId" clId="{5830735E-4391-4A99-983E-BF4A1E417257}" dt="2026-08-20T16:34:15.327" v="274" actId="1076"/>
        <pc:sldMkLst>
          <pc:docMk/>
          <pc:sldMk cId="594691536" sldId="272"/>
        </pc:sldMkLst>
        <pc:graphicFrameChg chg="mod">
          <ac:chgData name="Upasana Vats" userId="74790c8fc8398be8" providerId="LiveId" clId="{5830735E-4391-4A99-983E-BF4A1E417257}" dt="2026-08-20T16:32:54.881" v="262" actId="1076"/>
          <ac:graphicFrameMkLst>
            <pc:docMk/>
            <pc:sldMk cId="594691536" sldId="272"/>
            <ac:graphicFrameMk id="3" creationId="{00000000-0000-0000-0000-000000000000}"/>
          </ac:graphicFrameMkLst>
        </pc:graphicFrameChg>
        <pc:graphicFrameChg chg="mod">
          <ac:chgData name="Upasana Vats" userId="74790c8fc8398be8" providerId="LiveId" clId="{5830735E-4391-4A99-983E-BF4A1E417257}" dt="2026-08-20T16:32:47.499" v="261" actId="1076"/>
          <ac:graphicFrameMkLst>
            <pc:docMk/>
            <pc:sldMk cId="594691536" sldId="272"/>
            <ac:graphicFrameMk id="9" creationId="{00000000-0000-0000-0000-000000000000}"/>
          </ac:graphicFrameMkLst>
        </pc:graphicFrameChg>
        <pc:picChg chg="add">
          <ac:chgData name="Upasana Vats" userId="74790c8fc8398be8" providerId="LiveId" clId="{5830735E-4391-4A99-983E-BF4A1E417257}" dt="2026-08-20T16:30:43.589" v="248" actId="22"/>
          <ac:picMkLst>
            <pc:docMk/>
            <pc:sldMk cId="594691536" sldId="272"/>
            <ac:picMk id="5" creationId="{81DFBC94-C95B-5DDD-0BB5-570BD59E2180}"/>
          </ac:picMkLst>
        </pc:picChg>
        <pc:picChg chg="add mod">
          <ac:chgData name="Upasana Vats" userId="74790c8fc8398be8" providerId="LiveId" clId="{5830735E-4391-4A99-983E-BF4A1E417257}" dt="2026-08-20T16:34:15.327" v="274" actId="1076"/>
          <ac:picMkLst>
            <pc:docMk/>
            <pc:sldMk cId="594691536" sldId="272"/>
            <ac:picMk id="8" creationId="{2ECCBCEC-93A1-E8B6-1108-BEEF27FCB2D1}"/>
          </ac:picMkLst>
        </pc:picChg>
      </pc:sldChg>
      <pc:sldChg chg="addSp modSp mod">
        <pc:chgData name="Upasana Vats" userId="74790c8fc8398be8" providerId="LiveId" clId="{5830735E-4391-4A99-983E-BF4A1E417257}" dt="2026-08-20T16:30:31.443" v="244" actId="14100"/>
        <pc:sldMkLst>
          <pc:docMk/>
          <pc:sldMk cId="2413894399" sldId="273"/>
        </pc:sldMkLst>
        <pc:spChg chg="mod">
          <ac:chgData name="Upasana Vats" userId="74790c8fc8398be8" providerId="LiveId" clId="{5830735E-4391-4A99-983E-BF4A1E417257}" dt="2026-08-20T16:30:26.593" v="243" actId="1076"/>
          <ac:spMkLst>
            <pc:docMk/>
            <pc:sldMk cId="2413894399" sldId="273"/>
            <ac:spMk id="4" creationId="{00000000-0000-0000-0000-000000000000}"/>
          </ac:spMkLst>
        </pc:spChg>
        <pc:graphicFrameChg chg="mod modGraphic">
          <ac:chgData name="Upasana Vats" userId="74790c8fc8398be8" providerId="LiveId" clId="{5830735E-4391-4A99-983E-BF4A1E417257}" dt="2026-08-20T16:30:31.443" v="244" actId="14100"/>
          <ac:graphicFrameMkLst>
            <pc:docMk/>
            <pc:sldMk cId="2413894399" sldId="273"/>
            <ac:graphicFrameMk id="3" creationId="{00000000-0000-0000-0000-000000000000}"/>
          </ac:graphicFrameMkLst>
        </pc:graphicFrameChg>
        <pc:picChg chg="add">
          <ac:chgData name="Upasana Vats" userId="74790c8fc8398be8" providerId="LiveId" clId="{5830735E-4391-4A99-983E-BF4A1E417257}" dt="2026-08-20T16:30:13.475" v="241" actId="22"/>
          <ac:picMkLst>
            <pc:docMk/>
            <pc:sldMk cId="2413894399" sldId="273"/>
            <ac:picMk id="6" creationId="{C77E6A2E-46CF-638A-0315-3D70A5502B42}"/>
          </ac:picMkLst>
        </pc:picChg>
      </pc:sldChg>
      <pc:sldChg chg="addSp modSp mod">
        <pc:chgData name="Upasana Vats" userId="74790c8fc8398be8" providerId="LiveId" clId="{5830735E-4391-4A99-983E-BF4A1E417257}" dt="2026-08-20T16:34:33.620" v="279" actId="14100"/>
        <pc:sldMkLst>
          <pc:docMk/>
          <pc:sldMk cId="2797764459" sldId="274"/>
        </pc:sldMkLst>
        <pc:spChg chg="mod">
          <ac:chgData name="Upasana Vats" userId="74790c8fc8398be8" providerId="LiveId" clId="{5830735E-4391-4A99-983E-BF4A1E417257}" dt="2026-08-20T16:32:13.856" v="257" actId="1076"/>
          <ac:spMkLst>
            <pc:docMk/>
            <pc:sldMk cId="2797764459" sldId="274"/>
            <ac:spMk id="4" creationId="{00000000-0000-0000-0000-000000000000}"/>
          </ac:spMkLst>
        </pc:spChg>
        <pc:spChg chg="mod">
          <ac:chgData name="Upasana Vats" userId="74790c8fc8398be8" providerId="LiveId" clId="{5830735E-4391-4A99-983E-BF4A1E417257}" dt="2026-08-20T16:32:20.681" v="258" actId="1076"/>
          <ac:spMkLst>
            <pc:docMk/>
            <pc:sldMk cId="2797764459" sldId="274"/>
            <ac:spMk id="5" creationId="{00000000-0000-0000-0000-000000000000}"/>
          </ac:spMkLst>
        </pc:spChg>
        <pc:picChg chg="add mod">
          <ac:chgData name="Upasana Vats" userId="74790c8fc8398be8" providerId="LiveId" clId="{5830735E-4391-4A99-983E-BF4A1E417257}" dt="2026-08-20T16:34:33.620" v="279" actId="14100"/>
          <ac:picMkLst>
            <pc:docMk/>
            <pc:sldMk cId="2797764459" sldId="274"/>
            <ac:picMk id="6" creationId="{760E019C-DA22-D7A9-4253-1F372249922F}"/>
          </ac:picMkLst>
        </pc:picChg>
        <pc:picChg chg="add mod">
          <ac:chgData name="Upasana Vats" userId="74790c8fc8398be8" providerId="LiveId" clId="{5830735E-4391-4A99-983E-BF4A1E417257}" dt="2026-08-20T16:34:27.988" v="278" actId="1076"/>
          <ac:picMkLst>
            <pc:docMk/>
            <pc:sldMk cId="2797764459" sldId="274"/>
            <ac:picMk id="8" creationId="{1F9DCADD-7AC3-5345-707D-F2CFE84FC0F3}"/>
          </ac:picMkLst>
        </pc:picChg>
      </pc:sldChg>
      <pc:sldChg chg="addSp modSp mod">
        <pc:chgData name="Upasana Vats" userId="74790c8fc8398be8" providerId="LiveId" clId="{5830735E-4391-4A99-983E-BF4A1E417257}" dt="2026-08-20T16:34:05.701" v="272" actId="1076"/>
        <pc:sldMkLst>
          <pc:docMk/>
          <pc:sldMk cId="2688881869" sldId="275"/>
        </pc:sldMkLst>
        <pc:spChg chg="mod">
          <ac:chgData name="Upasana Vats" userId="74790c8fc8398be8" providerId="LiveId" clId="{5830735E-4391-4A99-983E-BF4A1E417257}" dt="2026-08-20T16:33:19.271" v="264" actId="1076"/>
          <ac:spMkLst>
            <pc:docMk/>
            <pc:sldMk cId="2688881869" sldId="275"/>
            <ac:spMk id="4" creationId="{00000000-0000-0000-0000-000000000000}"/>
          </ac:spMkLst>
        </pc:spChg>
        <pc:graphicFrameChg chg="mod modGraphic">
          <ac:chgData name="Upasana Vats" userId="74790c8fc8398be8" providerId="LiveId" clId="{5830735E-4391-4A99-983E-BF4A1E417257}" dt="2026-08-20T16:33:24.674" v="265" actId="14100"/>
          <ac:graphicFrameMkLst>
            <pc:docMk/>
            <pc:sldMk cId="2688881869" sldId="275"/>
            <ac:graphicFrameMk id="12" creationId="{00000000-0000-0000-0000-000000000000}"/>
          </ac:graphicFrameMkLst>
        </pc:graphicFrameChg>
        <pc:picChg chg="add mod">
          <ac:chgData name="Upasana Vats" userId="74790c8fc8398be8" providerId="LiveId" clId="{5830735E-4391-4A99-983E-BF4A1E417257}" dt="2026-08-20T16:30:39.283" v="247" actId="1037"/>
          <ac:picMkLst>
            <pc:docMk/>
            <pc:sldMk cId="2688881869" sldId="275"/>
            <ac:picMk id="5" creationId="{9ECAEA3E-8507-CBBF-3862-00FF0E7DF4C1}"/>
          </ac:picMkLst>
        </pc:picChg>
        <pc:picChg chg="add mod">
          <ac:chgData name="Upasana Vats" userId="74790c8fc8398be8" providerId="LiveId" clId="{5830735E-4391-4A99-983E-BF4A1E417257}" dt="2026-08-20T16:34:05.701" v="272" actId="1076"/>
          <ac:picMkLst>
            <pc:docMk/>
            <pc:sldMk cId="2688881869" sldId="275"/>
            <ac:picMk id="7" creationId="{4406EF67-6DE0-5E3E-3D67-332E6B07B0A9}"/>
          </ac:picMkLst>
        </pc:picChg>
      </pc:sldChg>
      <pc:sldChg chg="addSp modSp mod">
        <pc:chgData name="Upasana Vats" userId="74790c8fc8398be8" providerId="LiveId" clId="{5830735E-4391-4A99-983E-BF4A1E417257}" dt="2026-08-20T16:34:57.103" v="285" actId="14100"/>
        <pc:sldMkLst>
          <pc:docMk/>
          <pc:sldMk cId="1344721363" sldId="276"/>
        </pc:sldMkLst>
        <pc:spChg chg="mod">
          <ac:chgData name="Upasana Vats" userId="74790c8fc8398be8" providerId="LiveId" clId="{5830735E-4391-4A99-983E-BF4A1E417257}" dt="2026-08-20T16:31:57.360" v="255" actId="255"/>
          <ac:spMkLst>
            <pc:docMk/>
            <pc:sldMk cId="1344721363" sldId="276"/>
            <ac:spMk id="3" creationId="{00000000-0000-0000-0000-000000000000}"/>
          </ac:spMkLst>
        </pc:spChg>
        <pc:picChg chg="add mod">
          <ac:chgData name="Upasana Vats" userId="74790c8fc8398be8" providerId="LiveId" clId="{5830735E-4391-4A99-983E-BF4A1E417257}" dt="2026-08-20T16:34:57.103" v="285" actId="14100"/>
          <ac:picMkLst>
            <pc:docMk/>
            <pc:sldMk cId="1344721363" sldId="276"/>
            <ac:picMk id="5" creationId="{7280E281-823E-3004-F696-2F8505020EAE}"/>
          </ac:picMkLst>
        </pc:picChg>
        <pc:picChg chg="add mod">
          <ac:chgData name="Upasana Vats" userId="74790c8fc8398be8" providerId="LiveId" clId="{5830735E-4391-4A99-983E-BF4A1E417257}" dt="2026-08-20T16:34:40.017" v="281" actId="1076"/>
          <ac:picMkLst>
            <pc:docMk/>
            <pc:sldMk cId="1344721363" sldId="276"/>
            <ac:picMk id="7" creationId="{B68CD86F-695D-E272-8298-B7A00340538C}"/>
          </ac:picMkLst>
        </pc:picChg>
      </pc:sldChg>
      <pc:sldChg chg="addSp modSp mod">
        <pc:chgData name="Upasana Vats" userId="74790c8fc8398be8" providerId="LiveId" clId="{5830735E-4391-4A99-983E-BF4A1E417257}" dt="2026-08-20T16:34:49.497" v="284" actId="14100"/>
        <pc:sldMkLst>
          <pc:docMk/>
          <pc:sldMk cId="2535827423" sldId="277"/>
        </pc:sldMkLst>
        <pc:spChg chg="mod">
          <ac:chgData name="Upasana Vats" userId="74790c8fc8398be8" providerId="LiveId" clId="{5830735E-4391-4A99-983E-BF4A1E417257}" dt="2026-08-20T16:31:42.303" v="254" actId="255"/>
          <ac:spMkLst>
            <pc:docMk/>
            <pc:sldMk cId="2535827423" sldId="277"/>
            <ac:spMk id="3" creationId="{00000000-0000-0000-0000-000000000000}"/>
          </ac:spMkLst>
        </pc:spChg>
        <pc:picChg chg="add mod">
          <ac:chgData name="Upasana Vats" userId="74790c8fc8398be8" providerId="LiveId" clId="{5830735E-4391-4A99-983E-BF4A1E417257}" dt="2026-08-20T16:34:49.497" v="284" actId="14100"/>
          <ac:picMkLst>
            <pc:docMk/>
            <pc:sldMk cId="2535827423" sldId="277"/>
            <ac:picMk id="5" creationId="{8C3994E2-A65B-43BB-D644-08511A80560B}"/>
          </ac:picMkLst>
        </pc:picChg>
        <pc:picChg chg="add mod">
          <ac:chgData name="Upasana Vats" userId="74790c8fc8398be8" providerId="LiveId" clId="{5830735E-4391-4A99-983E-BF4A1E417257}" dt="2026-08-20T16:34:44.922" v="283" actId="1076"/>
          <ac:picMkLst>
            <pc:docMk/>
            <pc:sldMk cId="2535827423" sldId="277"/>
            <ac:picMk id="7" creationId="{1856AAD4-CD2D-6D7D-586C-A9AC4A29F310}"/>
          </ac:picMkLst>
        </pc:picChg>
      </pc:sldChg>
      <pc:sldChg chg="addSp modSp mod">
        <pc:chgData name="Upasana Vats" userId="74790c8fc8398be8" providerId="LiveId" clId="{5830735E-4391-4A99-983E-BF4A1E417257}" dt="2026-08-20T16:34:22.611" v="276" actId="1076"/>
        <pc:sldMkLst>
          <pc:docMk/>
          <pc:sldMk cId="4274259678" sldId="280"/>
        </pc:sldMkLst>
        <pc:graphicFrameChg chg="mod">
          <ac:chgData name="Upasana Vats" userId="74790c8fc8398be8" providerId="LiveId" clId="{5830735E-4391-4A99-983E-BF4A1E417257}" dt="2026-08-20T16:32:33.330" v="259" actId="1076"/>
          <ac:graphicFrameMkLst>
            <pc:docMk/>
            <pc:sldMk cId="4274259678" sldId="280"/>
            <ac:graphicFrameMk id="5" creationId="{00000000-0000-0000-0000-000000000000}"/>
          </ac:graphicFrameMkLst>
        </pc:graphicFrameChg>
        <pc:picChg chg="add">
          <ac:chgData name="Upasana Vats" userId="74790c8fc8398be8" providerId="LiveId" clId="{5830735E-4391-4A99-983E-BF4A1E417257}" dt="2026-08-20T16:30:47.987" v="249" actId="22"/>
          <ac:picMkLst>
            <pc:docMk/>
            <pc:sldMk cId="4274259678" sldId="280"/>
            <ac:picMk id="3" creationId="{5C982546-7F11-9418-6153-CB1D5A77F761}"/>
          </ac:picMkLst>
        </pc:picChg>
        <pc:picChg chg="add mod">
          <ac:chgData name="Upasana Vats" userId="74790c8fc8398be8" providerId="LiveId" clId="{5830735E-4391-4A99-983E-BF4A1E417257}" dt="2026-08-20T16:34:22.611" v="276" actId="1076"/>
          <ac:picMkLst>
            <pc:docMk/>
            <pc:sldMk cId="4274259678" sldId="280"/>
            <ac:picMk id="7" creationId="{EA413CBE-6389-887D-1FE3-7EF6D98A3F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27382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8789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2683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1796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4318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7339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Galgotias University</a:t>
            </a:r>
            <a:endParaRPr/>
          </a:p>
        </p:txBody>
      </p:sp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8732520" y="6356350"/>
            <a:ext cx="31993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93" name="Google Shape;93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3692" y="0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09600" y="1279077"/>
            <a:ext cx="10148966" cy="3124200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Introductory PPT</a:t>
            </a:r>
            <a:br>
              <a:rPr lang="en-US" sz="50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0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Computational Mathematics </a:t>
            </a:r>
            <a:br>
              <a:rPr lang="en-US" sz="50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0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Statistics</a:t>
            </a:r>
            <a:br>
              <a:rPr lang="en-US" sz="4800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4800" dirty="0">
              <a:solidFill>
                <a:schemeClr val="bg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ADEF0-A536-56DD-E79D-3592AF65B69C}"/>
              </a:ext>
            </a:extLst>
          </p:cNvPr>
          <p:cNvSpPr txBox="1"/>
          <p:nvPr/>
        </p:nvSpPr>
        <p:spPr>
          <a:xfrm>
            <a:off x="417056" y="4786690"/>
            <a:ext cx="53607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School: School of Basic Sciences</a:t>
            </a:r>
          </a:p>
          <a:p>
            <a:r>
              <a:rPr lang="en-US" sz="24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Program Name: MCA</a:t>
            </a:r>
          </a:p>
          <a:p>
            <a:r>
              <a:rPr lang="en-US" sz="24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Course Code: E1PA101T</a:t>
            </a:r>
            <a:br>
              <a:rPr lang="en-US" sz="2400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Course Coordinator: Dr. Upasana Vats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 </a:t>
            </a:r>
            <a:r>
              <a:rPr lang="en-IN" sz="4400">
                <a:solidFill>
                  <a:schemeClr val="lt1"/>
                </a:solidFill>
              </a:rPr>
              <a:t>1.</a:t>
            </a:r>
            <a:r>
              <a:rPr lang="en-IN" sz="44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five friends go to a restaurant and split the bill equally, How they will split the bill?</a:t>
            </a: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body" idx="1"/>
          </p:nvPr>
        </p:nvSpPr>
        <p:spPr>
          <a:xfrm>
            <a:off x="838200" y="450439"/>
            <a:ext cx="10515600" cy="563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lowchart: Alternate Process 2"/>
          <p:cNvSpPr/>
          <p:nvPr/>
        </p:nvSpPr>
        <p:spPr>
          <a:xfrm>
            <a:off x="1143000" y="2057400"/>
            <a:ext cx="9296400" cy="152704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Why do we study Computational Mathematics and Statistics course?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112" name="Google Shape;11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/>
              <a:t> At the end of this lesson, students will be able to 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13" name="Google Shape;1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3900566" y="801304"/>
            <a:ext cx="3569110" cy="8893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916858" y="2467666"/>
            <a:ext cx="10046110" cy="3067255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</a:pPr>
            <a:r>
              <a:rPr lang="en-IN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Know about Course Outcomes of the course.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</a:pPr>
            <a:r>
              <a:rPr lang="en-IN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Identify real life situations where this course is useful.</a:t>
            </a:r>
            <a:endParaRPr sz="2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405184" cy="664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635001" y="640823"/>
            <a:ext cx="2641600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IN" sz="5400" dirty="0"/>
              <a:t>Session Outline</a:t>
            </a:r>
            <a:endParaRPr dirty="0"/>
          </a:p>
        </p:txBody>
      </p:sp>
      <p:grpSp>
        <p:nvGrpSpPr>
          <p:cNvPr id="124" name="Google Shape;124;p4"/>
          <p:cNvGrpSpPr/>
          <p:nvPr/>
        </p:nvGrpSpPr>
        <p:grpSpPr>
          <a:xfrm>
            <a:off x="3935013" y="1250930"/>
            <a:ext cx="7764636" cy="4997470"/>
            <a:chOff x="0" y="2398"/>
            <a:chExt cx="7624652" cy="4997470"/>
          </a:xfrm>
        </p:grpSpPr>
        <p:cxnSp>
          <p:nvCxnSpPr>
            <p:cNvPr id="125" name="Google Shape;125;p4"/>
            <p:cNvCxnSpPr/>
            <p:nvPr/>
          </p:nvCxnSpPr>
          <p:spPr>
            <a:xfrm>
              <a:off x="0" y="2398"/>
              <a:ext cx="7518401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4"/>
            <p:cNvSpPr/>
            <p:nvPr/>
          </p:nvSpPr>
          <p:spPr>
            <a:xfrm>
              <a:off x="0" y="2398"/>
              <a:ext cx="7449768" cy="1618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0" y="2398"/>
              <a:ext cx="7449768" cy="1797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742950" marR="0" lvl="0" indent="-74295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+mj-lt"/>
                <a:buAutoNum type="arabicPeriod"/>
              </a:pPr>
              <a:r>
                <a:rPr lang="en-IN" sz="40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Arial"/>
                </a:rPr>
                <a:t>Introduction of Computational Mathematics and Statistics course</a:t>
              </a:r>
              <a:r>
                <a:rPr lang="en-IN" sz="34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3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" name="Google Shape;128;p4"/>
            <p:cNvCxnSpPr/>
            <p:nvPr/>
          </p:nvCxnSpPr>
          <p:spPr>
            <a:xfrm>
              <a:off x="0" y="1799468"/>
              <a:ext cx="7518401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9" name="Google Shape;129;p4"/>
            <p:cNvSpPr/>
            <p:nvPr/>
          </p:nvSpPr>
          <p:spPr>
            <a:xfrm>
              <a:off x="0" y="1620849"/>
              <a:ext cx="7518401" cy="843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0" y="1620849"/>
              <a:ext cx="7518401" cy="843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t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Arial"/>
                <a:buNone/>
              </a:pPr>
              <a:endParaRPr dirty="0"/>
            </a:p>
          </p:txBody>
        </p:sp>
        <p:cxnSp>
          <p:nvCxnSpPr>
            <p:cNvPr id="131" name="Google Shape;131;p4"/>
            <p:cNvCxnSpPr/>
            <p:nvPr/>
          </p:nvCxnSpPr>
          <p:spPr>
            <a:xfrm>
              <a:off x="0" y="2514296"/>
              <a:ext cx="7518401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2" name="Google Shape;132;p4"/>
            <p:cNvSpPr/>
            <p:nvPr/>
          </p:nvSpPr>
          <p:spPr>
            <a:xfrm>
              <a:off x="270604" y="2464137"/>
              <a:ext cx="7354048" cy="891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4" name="Google Shape;134;p4"/>
            <p:cNvCxnSpPr/>
            <p:nvPr/>
          </p:nvCxnSpPr>
          <p:spPr>
            <a:xfrm>
              <a:off x="0" y="3323468"/>
              <a:ext cx="7518401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5" name="Google Shape;135;p4"/>
            <p:cNvSpPr/>
            <p:nvPr/>
          </p:nvSpPr>
          <p:spPr>
            <a:xfrm>
              <a:off x="0" y="3355318"/>
              <a:ext cx="7518401" cy="1610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0" y="3388941"/>
              <a:ext cx="7518401" cy="1610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t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Arial"/>
                <a:buNone/>
              </a:pPr>
              <a:endParaRPr sz="3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39" name="Google Shape;139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1132" y="114202"/>
            <a:ext cx="2790668" cy="52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3900566" y="3047999"/>
            <a:ext cx="737703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742950" algn="just">
              <a:lnSpc>
                <a:spcPct val="90000"/>
              </a:lnSpc>
              <a:buClr>
                <a:schemeClr val="dk1"/>
              </a:buClr>
              <a:buSzPts val="3800"/>
              <a:buFont typeface="+mj-lt"/>
              <a:buAutoNum type="arabicPeriod" startAt="2"/>
            </a:pPr>
            <a:r>
              <a:rPr lang="en-IN" sz="3600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Know about CO-PO.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45680" y="3883846"/>
            <a:ext cx="70015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742950" algn="just">
              <a:lnSpc>
                <a:spcPct val="90000"/>
              </a:lnSpc>
              <a:buClr>
                <a:schemeClr val="dk1"/>
              </a:buClr>
              <a:buSzPts val="3800"/>
              <a:buFont typeface="+mj-lt"/>
              <a:buAutoNum type="arabicPeriod" startAt="3"/>
            </a:pPr>
            <a:r>
              <a:rPr lang="en-US" sz="4000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Wrap up and Reflection.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6525"/>
            <a:ext cx="10287000" cy="854075"/>
          </a:xfrm>
        </p:spPr>
        <p:txBody>
          <a:bodyPr/>
          <a:lstStyle/>
          <a:p>
            <a:pPr algn="ctr"/>
            <a:r>
              <a:rPr lang="en-US" dirty="0"/>
              <a:t>Syllabus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58929"/>
              </p:ext>
            </p:extLst>
          </p:nvPr>
        </p:nvGraphicFramePr>
        <p:xfrm>
          <a:off x="838200" y="1001592"/>
          <a:ext cx="10591800" cy="5537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9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0040">
                <a:tc>
                  <a:txBody>
                    <a:bodyPr/>
                    <a:lstStyle/>
                    <a:p>
                      <a:pPr marL="0" marR="28511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Content</a:t>
                      </a:r>
                      <a:endParaRPr lang="en-US" sz="24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81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Basic Operations on matrices and vectors, Determinants, Inverse of matrix using Gauss Jordan elimination, Rank of a matrix, Solution of system of linear equations: Gauss elimination. Eigen values, eigenvectors, Similarity and </a:t>
                      </a:r>
                      <a:r>
                        <a:rPr lang="en-US" sz="1800" dirty="0" err="1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Diagonalization</a:t>
                      </a:r>
                      <a:r>
                        <a:rPr lang="en-US" sz="1800" dirty="0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.</a:t>
                      </a:r>
                      <a:endParaRPr lang="en-IN" sz="1800" dirty="0">
                        <a:effectLst/>
                        <a:highlight>
                          <a:srgbClr val="808000"/>
                        </a:highlight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800" dirty="0">
                        <a:effectLst/>
                        <a:highlight>
                          <a:srgbClr val="808000"/>
                        </a:highlight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Measures of Central Tendency, Measures of dispersion, Curve Fitting, Method of least squares, Fitting of straight lines, , Correlation and Rank correlation, Regression Analysis: Regression lines of y on x and x on y, regression coefficients</a:t>
                      </a:r>
                      <a:endParaRPr lang="en-IN" sz="1800" dirty="0">
                        <a:effectLst/>
                        <a:highlight>
                          <a:srgbClr val="808000"/>
                        </a:highlight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</a:t>
                      </a:r>
                      <a:endParaRPr lang="en-IN" sz="1800" dirty="0">
                        <a:effectLst/>
                        <a:highlight>
                          <a:srgbClr val="808000"/>
                        </a:highlight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Probability and Distribution: Review (Introduction, Addition and multiplication law of probability, Conditional probability, </a:t>
                      </a:r>
                      <a:r>
                        <a:rPr lang="en-US" sz="1800" dirty="0" err="1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Baye’s</a:t>
                      </a:r>
                      <a:r>
                        <a:rPr lang="en-US" sz="1800" dirty="0">
                          <a:effectLst/>
                          <a:highlight>
                            <a:srgbClr val="808000"/>
                          </a:highlight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theorem), Random variables (Discrete and Continuous Random variable)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Probability mass function and Probability density function, Expectation and variance, Discrete and Continuous Probability distribution: Binomial,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Poission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and Normal distributions.</a:t>
                      </a:r>
                      <a:endParaRPr lang="en-IN" sz="18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 marL="0" marR="28511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Sampling, Testing of Hypothesis and Statistical Quality Control: Introduction, Sampling Theory (Small and Large) , Hypothesis, Null hypothesis, Alternative hypothesis, Testing a Hypothesis, Level of significance, Confidence limits, Test of significance of difference of means, T-test, F-test and Chi-square test, One way Analysis of Variance (ANOVA).</a:t>
                      </a:r>
                      <a:endParaRPr lang="en-IN" sz="18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 marL="0" marR="28511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Google Shape;140;p4">
            <a:extLst>
              <a:ext uri="{FF2B5EF4-FFF2-40B4-BE49-F238E27FC236}">
                <a16:creationId xmlns:a16="http://schemas.microsoft.com/office/drawing/2014/main" id="{F6DBCBD8-E3D0-DC3B-893D-3E4957DE09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32" y="114202"/>
            <a:ext cx="2790668" cy="52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8;p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D2A959A-193E-77E7-B6C7-3361C06E67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9000" y="37319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6165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Course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538082"/>
              </p:ext>
            </p:extLst>
          </p:nvPr>
        </p:nvGraphicFramePr>
        <p:xfrm>
          <a:off x="1143000" y="1828800"/>
          <a:ext cx="9677399" cy="3810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98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8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4445">
                <a:tc>
                  <a:txBody>
                    <a:bodyPr/>
                    <a:lstStyle/>
                    <a:p>
                      <a:pPr marL="174625" marR="0">
                        <a:lnSpc>
                          <a:spcPts val="1265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n-US" sz="1800" spc="-2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74625" marR="0">
                        <a:lnSpc>
                          <a:spcPts val="1265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80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 No.</a:t>
                      </a:r>
                      <a:endParaRPr lang="en-US" sz="1800" dirty="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7395" marR="2005965" algn="ctr"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Course Outcomes</a:t>
                      </a:r>
                      <a:endParaRPr lang="en-US" sz="1800" dirty="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CO1</a:t>
                      </a:r>
                      <a:endParaRPr lang="en-US" sz="180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</a:rPr>
                        <a:t>Define the fundamental concepts in linear algebra, such as vectors, matrices, linear equations, and their properties.</a:t>
                      </a:r>
                      <a:endParaRPr lang="en-US" sz="1800" dirty="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3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CO2</a:t>
                      </a:r>
                      <a:endParaRPr lang="en-US" sz="180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</a:rPr>
                        <a:t>Understand the Mastery of matrix operations, including addition, subtraction, multiplication, and matrix inverses.</a:t>
                      </a:r>
                      <a:endParaRPr lang="en-US" sz="1800" dirty="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3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CO3</a:t>
                      </a:r>
                      <a:endParaRPr lang="en-US" sz="180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</a:rPr>
                        <a:t>Apply the fundamental concepts in statistics, including data types, measures of central tendency, variability, and probability.</a:t>
                      </a:r>
                      <a:endParaRPr lang="en-US" sz="1800" dirty="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CO4</a:t>
                      </a:r>
                      <a:endParaRPr lang="en-US" sz="180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</a:rPr>
                        <a:t>Design simple and multiple regression analysis to model relationships between variables.</a:t>
                      </a:r>
                      <a:endParaRPr lang="en-US" sz="1800" dirty="0">
                        <a:effectLst/>
                        <a:latin typeface="Times New Roman" pitchFamily="18" charset="0"/>
                        <a:ea typeface="Trebuchet MS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Google Shape;140;p4">
            <a:extLst>
              <a:ext uri="{FF2B5EF4-FFF2-40B4-BE49-F238E27FC236}">
                <a16:creationId xmlns:a16="http://schemas.microsoft.com/office/drawing/2014/main" id="{693ECE36-7852-2F95-B16F-9ECF7FD6F7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32" y="114202"/>
            <a:ext cx="2790668" cy="52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8;p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B68ECF4-D87B-BF68-5B95-6450D8A9FC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9000" y="15317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7404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660690"/>
              </p:ext>
            </p:extLst>
          </p:nvPr>
        </p:nvGraphicFramePr>
        <p:xfrm>
          <a:off x="990600" y="2819400"/>
          <a:ext cx="9372600" cy="32766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25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8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9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94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1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56243">
                <a:tc rowSpan="2">
                  <a:txBody>
                    <a:bodyPr/>
                    <a:lstStyle/>
                    <a:p>
                      <a:pPr marL="67945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S.no.</a:t>
                      </a:r>
                      <a:endParaRPr lang="en-US" sz="11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66675" marR="0">
                        <a:lnSpc>
                          <a:spcPct val="1700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Assessment Tools</a:t>
                      </a:r>
                      <a:endParaRPr lang="en-US" sz="11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607185" marR="1601470" algn="ct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CIE</a:t>
                      </a:r>
                      <a:endParaRPr lang="en-US" sz="11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56515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Total CIE</a:t>
                      </a:r>
                    </a:p>
                    <a:p>
                      <a:pPr marL="56515" marR="5016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marks</a:t>
                      </a:r>
                      <a:endParaRPr lang="en-US" sz="11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163195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SEE</a:t>
                      </a:r>
                      <a:endParaRPr lang="en-US" sz="11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60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265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QUIZ1</a:t>
                      </a:r>
                    </a:p>
                    <a:p>
                      <a:pPr marL="123190" marR="0">
                        <a:spcBef>
                          <a:spcPts val="905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/AAT</a:t>
                      </a:r>
                      <a:endParaRPr lang="en-US" sz="11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marR="45720" algn="ct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MTE</a:t>
                      </a:r>
                      <a:endParaRPr lang="en-US" sz="11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670" marR="0" indent="-60960">
                        <a:lnSpc>
                          <a:spcPct val="1700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QUIZ2 AAT</a:t>
                      </a:r>
                      <a:endParaRPr lang="en-US" sz="11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57785" algn="ctr">
                        <a:lnSpc>
                          <a:spcPct val="1070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4272">
                <a:tc>
                  <a:txBody>
                    <a:bodyPr/>
                    <a:lstStyle/>
                    <a:p>
                      <a:pPr marL="5080" marR="0" algn="ct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Theory</a:t>
                      </a:r>
                      <a:endParaRPr lang="en-US" sz="20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80975" algn="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25</a:t>
                      </a:r>
                      <a:endParaRPr lang="en-US" sz="20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 marR="45720" algn="ct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50</a:t>
                      </a:r>
                      <a:endParaRPr lang="en-US" sz="20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    25</a:t>
                      </a:r>
                      <a:endParaRPr lang="en-US" sz="20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marR="0" algn="ct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34620" algn="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100</a:t>
                      </a:r>
                      <a:endParaRPr lang="en-US" sz="20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marR="133350" algn="ct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100</a:t>
                      </a:r>
                      <a:endParaRPr lang="en-US" sz="20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90600" y="1370306"/>
            <a:ext cx="8673805" cy="1449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9656" tIns="6348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6FC0"/>
                </a:solidFill>
                <a:effectLst/>
                <a:latin typeface="Times New Roman" pitchFamily="18" charset="0"/>
                <a:ea typeface="Trebuchet MS" pitchFamily="34" charset="0"/>
                <a:cs typeface="Times New Roman" pitchFamily="18" charset="0"/>
              </a:rPr>
              <a:t>COURSE ASSESSMENT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rebuchet MS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rebuchet MS" pitchFamily="34" charset="0"/>
                <a:cs typeface="Times New Roman" pitchFamily="18" charset="0"/>
              </a:rPr>
              <a:t>The course assessment patterns are the assessment tools used both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rebuchet MS" pitchFamily="34" charset="0"/>
                <a:cs typeface="Times New Roman" pitchFamily="18" charset="0"/>
              </a:rPr>
              <a:t>formative and summative examinations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rebuchet MS" pitchFamily="34" charset="0"/>
                <a:cs typeface="Trebuchet MS" pitchFamily="34" charset="0"/>
              </a:rPr>
              <a:t>.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Google Shape;140;p4">
            <a:extLst>
              <a:ext uri="{FF2B5EF4-FFF2-40B4-BE49-F238E27FC236}">
                <a16:creationId xmlns:a16="http://schemas.microsoft.com/office/drawing/2014/main" id="{C77E6A2E-46CF-638A-0315-3D70A5502B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32" y="114202"/>
            <a:ext cx="2790668" cy="5266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389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876800" y="646919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Lecture Plan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005410"/>
              </p:ext>
            </p:extLst>
          </p:nvPr>
        </p:nvGraphicFramePr>
        <p:xfrm>
          <a:off x="990600" y="1170139"/>
          <a:ext cx="10134599" cy="511571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1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9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6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4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9"/>
                          </a:solidFill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L-No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  </a:t>
                      </a:r>
                      <a:r>
                        <a:rPr lang="en-US" sz="1200" b="1" dirty="0">
                          <a:solidFill>
                            <a:srgbClr val="000009"/>
                          </a:solidFill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Topic for Delivery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9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Theory/Practical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9"/>
                          </a:solidFill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Skill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9"/>
                          </a:solidFill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Competency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some Basic Operations on matrices and vectors,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Matrix operations 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Application of derivative of function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Student will have the knowledge of basic concepts of Matrix and linear algebra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1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Define the Determinants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4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Evaluate the Inverse of matrix using Gauss Jordan elimination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1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Find the Rank of a matrix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4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the Solution of system of linear equations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1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Gauss elimination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Eigen value and Eigen vector of matrix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Derivative of Function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Leibnitz rule 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1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Eigen values of the matrix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1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Estimate the eigenvectors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4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Similarity and Diagonalization of the matrix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4415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Similarity and Diagonalization….Continue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4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the Measures of Central Tendency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Student will have the knowledge of basic concepts of Statistics and Probability 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51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Measures of dispersion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707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Curve Fitting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266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Method of least squares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Google Shape;140;p4">
            <a:extLst>
              <a:ext uri="{FF2B5EF4-FFF2-40B4-BE49-F238E27FC236}">
                <a16:creationId xmlns:a16="http://schemas.microsoft.com/office/drawing/2014/main" id="{9ECAEA3E-8507-CBBF-3862-00FF0E7DF4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" y="114202"/>
            <a:ext cx="2790668" cy="52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8;p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406EF67-6DE0-5E3E-3D67-332E6B07B0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8786" y="136525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881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71813" y="22415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246652"/>
              </p:ext>
            </p:extLst>
          </p:nvPr>
        </p:nvGraphicFramePr>
        <p:xfrm>
          <a:off x="895352" y="997479"/>
          <a:ext cx="10591801" cy="365759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90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12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Fitting of straight lines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Curve Fitting Technique and Probability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64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Correlation and Rank correlation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14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Regression Analysis: Regression lines of y on x and x on y, regression coefficients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coordinate system with suitable example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12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Probability and Distribution: Introduction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12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19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Addition and multiplication law of probability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12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Conditional probability 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12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Baye’s theorem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5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Random variables (Discrete and Continuous Random variable) Probability mass function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64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Probability density function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988981"/>
              </p:ext>
            </p:extLst>
          </p:nvPr>
        </p:nvGraphicFramePr>
        <p:xfrm>
          <a:off x="895352" y="4705614"/>
          <a:ext cx="10591799" cy="16002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9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1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Expectation and variance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</a:t>
                      </a:r>
                      <a:endParaRPr lang="en-IN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Distribution Function</a:t>
                      </a:r>
                      <a:endParaRPr lang="en-IN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Student will have the knowledge of basic concepts of Statistics </a:t>
                      </a:r>
                      <a:endParaRPr lang="en-IN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1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Discrete and Continuous Probability distribution: Binomial</a:t>
                      </a:r>
                      <a:endParaRPr lang="en-IN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1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Discrete and Continuous Probability distribution: Poission </a:t>
                      </a:r>
                      <a:endParaRPr lang="en-IN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1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Discrete and Continuous Probability distribution: Normal distributions</a:t>
                      </a:r>
                      <a:endParaRPr lang="en-IN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Google Shape;140;p4">
            <a:extLst>
              <a:ext uri="{FF2B5EF4-FFF2-40B4-BE49-F238E27FC236}">
                <a16:creationId xmlns:a16="http://schemas.microsoft.com/office/drawing/2014/main" id="{81DFBC94-C95B-5DDD-0BB5-570BD59E218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32" y="114202"/>
            <a:ext cx="2790668" cy="52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8;p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ECCBCEC-93A1-E8B6-1108-BEEF27FCB2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25200" y="122747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469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87671"/>
              </p:ext>
            </p:extLst>
          </p:nvPr>
        </p:nvGraphicFramePr>
        <p:xfrm>
          <a:off x="746760" y="1066800"/>
          <a:ext cx="10591800" cy="512974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9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777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Sampling Technique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Sampling Technique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16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29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Testing of Hypothesis and Statistical Quality Control: Introduction , Sampling Theory (Small and Large)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Sampling technique Continue….. 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7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Hypothesis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Define the </a:t>
                      </a: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Null hypothesis and discuss some problem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Student will have the knowledge of Hypothesis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Alternative hypothesis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the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Testing a Hypothesis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the </a:t>
                      </a: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Level of significance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Defining the </a:t>
                      </a: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Confidence limits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Testing Problem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Curvilinear motion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Vector valued function and motion in space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Student will have the knowledge Testing Technique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Define the </a:t>
                      </a: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Test of significance of difference of means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the T-test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77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39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Problem based on T-test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33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40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the F-test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55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41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Problem based on F-test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777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42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Discuss the </a:t>
                      </a: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Chi-square test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0183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43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Problems based on Chi-square test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 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en-IN" sz="12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Theory</a:t>
                      </a:r>
                      <a:endParaRPr lang="en-IN" sz="12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3" name="Google Shape;140;p4">
            <a:extLst>
              <a:ext uri="{FF2B5EF4-FFF2-40B4-BE49-F238E27FC236}">
                <a16:creationId xmlns:a16="http://schemas.microsoft.com/office/drawing/2014/main" id="{5C982546-7F11-9418-6153-CB1D5A77F76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32" y="114202"/>
            <a:ext cx="2790668" cy="52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8;p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A413CBE-6389-887D-1FE3-7EF6D98A3F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336" y="112167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425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00266" y="1293150"/>
            <a:ext cx="8458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Importance of Probability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Why  do we study Probability?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Helps us deal with uncertainty in real life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Foundation for risk analysis and predictions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Used in AI, machine learning, weather forecasting, and finance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 Predicting rain, stock prices, or exam success chances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266" y="3543789"/>
            <a:ext cx="8229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Importance of Statistics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Why do we study Statistics?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Helps collect, analyze, and interpret data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Converts raw data into meaningful information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Basis of decision-making in science, business, health, and engineering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 Average marks in a class, market surveys, patient recovery rates</a:t>
            </a:r>
          </a:p>
        </p:txBody>
      </p:sp>
      <p:pic>
        <p:nvPicPr>
          <p:cNvPr id="6" name="Google Shape;140;p4">
            <a:extLst>
              <a:ext uri="{FF2B5EF4-FFF2-40B4-BE49-F238E27FC236}">
                <a16:creationId xmlns:a16="http://schemas.microsoft.com/office/drawing/2014/main" id="{760E019C-DA22-D7A9-4253-1F37224992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32" y="114202"/>
            <a:ext cx="2790668" cy="72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8;p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F9DCADD-7AC3-5345-707D-F2CFE84FC0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6434" y="102997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776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295400" y="1447800"/>
            <a:ext cx="8763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Applications in Real Life</a:t>
            </a:r>
          </a:p>
          <a:p>
            <a:pPr algn="ctr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Where Do We Use Them?</a:t>
            </a: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Engineering: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Quality testing, reliability of systems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Business: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Market research, customer trends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Medicine: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Clinical trials, drug effectiveness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Technology: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Machine learning, AI models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Everyday Life: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Sports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predictions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games, insurance policies</a:t>
            </a:r>
          </a:p>
        </p:txBody>
      </p:sp>
      <p:pic>
        <p:nvPicPr>
          <p:cNvPr id="5" name="Google Shape;140;p4">
            <a:extLst>
              <a:ext uri="{FF2B5EF4-FFF2-40B4-BE49-F238E27FC236}">
                <a16:creationId xmlns:a16="http://schemas.microsoft.com/office/drawing/2014/main" id="{7280E281-823E-3004-F696-2F8505020E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32" y="114202"/>
            <a:ext cx="2790668" cy="72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8;p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68CD86F-695D-E272-8298-B7A0034053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9000" y="114202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4721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096026" y="1582341"/>
            <a:ext cx="980057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algn="ctr"/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Why Study This Course?</a:t>
            </a:r>
          </a:p>
          <a:p>
            <a:pPr algn="ctr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understand uncertainty and variability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make better, data-driven decisions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build analytical &amp; problem-solving skills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Essential for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research, academics, and careers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Google Shape;140;p4">
            <a:extLst>
              <a:ext uri="{FF2B5EF4-FFF2-40B4-BE49-F238E27FC236}">
                <a16:creationId xmlns:a16="http://schemas.microsoft.com/office/drawing/2014/main" id="{8C3994E2-A65B-43BB-D644-08511A80560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32" y="114202"/>
            <a:ext cx="2790668" cy="6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8;p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856AAD4-CD2D-6D7D-586C-A9AC4A29F3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800" y="114202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5827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>
            <a:spLocks noGrp="1"/>
          </p:cNvSpPr>
          <p:nvPr>
            <p:ph type="title"/>
          </p:nvPr>
        </p:nvSpPr>
        <p:spPr>
          <a:xfrm>
            <a:off x="683655" y="1213803"/>
            <a:ext cx="9818849" cy="4331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</a:pPr>
            <a:r>
              <a:rPr lang="en-IN" sz="4000" dirty="0">
                <a:latin typeface="Georgia"/>
                <a:ea typeface="Georgia"/>
                <a:cs typeface="Georgia"/>
                <a:sym typeface="Georgia"/>
              </a:rPr>
              <a:t>In the next lesson we shall learn about  Matrices and Vectors.</a:t>
            </a:r>
            <a:endParaRPr dirty="0"/>
          </a:p>
        </p:txBody>
      </p:sp>
      <p:sp>
        <p:nvSpPr>
          <p:cNvPr id="248" name="Google Shape;2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49" name="Google Shape;2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50" name="Google Shape;250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lgerian" pitchFamily="82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246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1126</Words>
  <Application>Microsoft Office PowerPoint</Application>
  <PresentationFormat>Widescreen</PresentationFormat>
  <Paragraphs>290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Georgia</vt:lpstr>
      <vt:lpstr>Times New Roman</vt:lpstr>
      <vt:lpstr>Algerian</vt:lpstr>
      <vt:lpstr>Play</vt:lpstr>
      <vt:lpstr>Trebuchet MS</vt:lpstr>
      <vt:lpstr>Noto Sans Symbols</vt:lpstr>
      <vt:lpstr>Wingdings</vt:lpstr>
      <vt:lpstr>Arial</vt:lpstr>
      <vt:lpstr>Office Theme</vt:lpstr>
      <vt:lpstr>Introductory PPT     Computational Mathematics  and Statistics </vt:lpstr>
      <vt:lpstr> 1.If five friends go to a restaurant and split the bill equally, How they will split the bill?</vt:lpstr>
      <vt:lpstr> </vt:lpstr>
      <vt:lpstr>Session Outline</vt:lpstr>
      <vt:lpstr>Syllabus</vt:lpstr>
      <vt:lpstr>Course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the next lesson we shall learn about  Matrices and Vectors.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</dc:title>
  <dc:creator>Deepak Gupta</dc:creator>
  <cp:lastModifiedBy>Upasana Vats</cp:lastModifiedBy>
  <cp:revision>32</cp:revision>
  <dcterms:created xsi:type="dcterms:W3CDTF">2024-08-22T06:33:55Z</dcterms:created>
  <dcterms:modified xsi:type="dcterms:W3CDTF">2026-08-20T16:34:59Z</dcterms:modified>
</cp:coreProperties>
</file>